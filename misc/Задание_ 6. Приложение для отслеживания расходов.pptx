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381c63dd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381c63dd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b381c63dd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b381c63dd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381c63ddc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381c63ddc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b381c63ddc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b381c63ddc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b381c63dd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b381c63dd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Задание: 6. Приложение для отслеживания расходов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45644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 sz="1900"/>
              <a:t>Москва, 2025</a:t>
            </a:r>
            <a:endParaRPr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2" cy="4568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6893925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6525" y="0"/>
            <a:ext cx="6950951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10/10 итоговая оценка проекта 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2058077"/>
            <a:ext cx="9144001" cy="16051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